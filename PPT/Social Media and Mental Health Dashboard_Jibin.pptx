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58" r:id="rId5"/>
    <p:sldId id="259" r:id="rId6"/>
    <p:sldId id="267" r:id="rId7"/>
    <p:sldId id="260" r:id="rId8"/>
    <p:sldId id="268" r:id="rId9"/>
    <p:sldId id="266" r:id="rId10"/>
    <p:sldId id="264" r:id="rId11"/>
    <p:sldId id="263" r:id="rId12"/>
    <p:sldId id="269" r:id="rId13"/>
    <p:sldId id="261" r:id="rId14"/>
    <p:sldId id="270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8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36250-ED4F-8C9A-6849-8684ACF51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FCD56-4E59-DFEA-DBDB-166423409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C908B-4A5C-7C37-ACC6-5D87FAF16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48D0-E911-4093-8360-FCE9E4AE0AF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AB0F7-ABCA-1E82-BD8F-42CFA8F12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91515-622D-BB02-3181-A1553102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D0080-B7B0-48F8-9974-B0D0B0AEF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498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F80A2-E19B-A6BA-CB9B-1ED94EAAE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3CE97-C788-9D4A-EBA1-D87F52E24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3C664-DDEC-2B1B-0F26-22F9D9CCF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48D0-E911-4093-8360-FCE9E4AE0AF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9E070-FE0C-5084-B1E3-25DF4BB62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86144-6FD8-7806-221E-5B9804319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D0080-B7B0-48F8-9974-B0D0B0AEF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054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87656-47F8-86C9-01BE-E319292DA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09E20-23FA-B424-10A3-2DDD93836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9031A-2FD6-15AA-2347-D6E6A0EBA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48D0-E911-4093-8360-FCE9E4AE0AF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A7F0F-6721-B16D-D8FF-0695E9FBD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5E83A-7932-2B0F-63C2-2DDE3E798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D0080-B7B0-48F8-9974-B0D0B0AEF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105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9F94D-3709-DA5D-167D-D35EDC89D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F11D9-FC68-EEB7-88AE-8357216CB4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3E902-A476-FA38-C29C-C692C1F38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65A12-3B5A-CF2E-468B-A62A41B70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48D0-E911-4093-8360-FCE9E4AE0AF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5ABF9-6E7A-8C4C-3FF2-BCA6CE0A3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B6434-C9CD-0EE9-7219-7799E8F6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D0080-B7B0-48F8-9974-B0D0B0AEF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914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4793-F19A-A0C0-0274-E03414FD4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27906-62C2-0BAD-81ED-9B5EAA3C8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EE3F8-BA0A-9BB1-5D3E-35573E0CB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CD6E37-FDA1-7C21-AB88-7A29BDBCA2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BF0210-ACDC-A52B-29C9-D28E31078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CB8DB0-6442-369F-D33D-11E4A3495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48D0-E911-4093-8360-FCE9E4AE0AF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6C9E5C-ECD9-556D-0ECC-B6822E7B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427A3A-64CD-078A-C015-B22A608B9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D0080-B7B0-48F8-9974-B0D0B0AEF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56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7F727-55D2-F8F9-631E-731CEA654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F23176-9E2A-C2CD-BAE9-AABB2BF0E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48D0-E911-4093-8360-FCE9E4AE0AF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CC1FEE-C97E-E2F3-4460-A8C9057DC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3CB97-B9B5-38A3-9B15-E81CAC65B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D0080-B7B0-48F8-9974-B0D0B0AEF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585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F91111-D36B-642D-0C4F-D95A6980D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48D0-E911-4093-8360-FCE9E4AE0AF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F095B6-7AA8-186D-83E9-9DF409A8B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B018E-0D02-1D8D-F4A8-BB2290450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D0080-B7B0-48F8-9974-B0D0B0AEF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832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A6E56-CDAB-7E11-B41D-4AD7E2B89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480AA-79C7-B8E2-F244-0A438DF6D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CD01C-B2BD-F8D9-3B9C-532128D7EB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58078-2445-97D0-D574-249D4D656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48D0-E911-4093-8360-FCE9E4AE0AF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D33FB-F5A7-C488-E354-1BAF4DFD7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C8943B-634F-23B6-5A14-FCA33AF3A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D0080-B7B0-48F8-9974-B0D0B0AEF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366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486E0-C4F9-0863-E578-99DEBEF12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30E5EA-ADFC-6C84-51B4-84B037BEC7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BB3D58-60CC-F16D-CDA9-D22C296BA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8ACBC4-B254-6E48-8A65-DBC92B059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48D0-E911-4093-8360-FCE9E4AE0AF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80AB2-9176-7C42-ED23-39EC35BCA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BFE5AF-2BB6-7EC8-62D3-A537D2E62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D0080-B7B0-48F8-9974-B0D0B0AEF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331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F5C2E-2A26-A139-585E-505465BBF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5D4782-1B3A-BAF2-4170-B26B24BC8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E46C1-6064-3FEE-0A8B-14D6D8ABD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48D0-E911-4093-8360-FCE9E4AE0AF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A4115-0F79-F833-F11C-A174AD6CC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EC083-86BB-9C37-A94F-7EDB35430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D0080-B7B0-48F8-9974-B0D0B0AEF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346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0F275B-8572-0F81-6C75-301204A82E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025B2-A697-2EEA-1FDE-C33B2F7DE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F429B-B6FE-6FDA-E342-104DF738C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48D0-E911-4093-8360-FCE9E4AE0AF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7AA63-2F57-5480-1AA5-811F97FA7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FD2FE-C970-8D95-4BD8-DFB2048C5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D0080-B7B0-48F8-9974-B0D0B0AEF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328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1F3A4C-96F0-D65E-45BC-0A29EE07E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EA4C5-4A07-A19E-2983-1A1C3CA60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EAE96-5CF6-DAD8-36D0-29233CE7D0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3D48D0-E911-4093-8360-FCE9E4AE0AF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8D296-090A-BE4E-C8E9-79A479C32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11CF1-A598-79F1-1998-BB6F3B271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1D0080-B7B0-48F8-9974-B0D0B0AEF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319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prince7489/mental-health-and-social-media-balance-datase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B9109-5637-AA0F-622E-6D22F507E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 ExtraLight" panose="020F0502020204030204" pitchFamily="34" charset="0"/>
              </a:rPr>
              <a:t>Social Media &amp; Mental Health Dashboard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  <a:latin typeface="Abadi ExtraLight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448212-FD67-1B46-E0B0-6BCD1F29A4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Correlation Between Screen Time and Well-Being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D26250-037B-AA24-50CC-21A5A6083828}"/>
              </a:ext>
            </a:extLst>
          </p:cNvPr>
          <p:cNvSpPr txBox="1"/>
          <p:nvPr/>
        </p:nvSpPr>
        <p:spPr>
          <a:xfrm>
            <a:off x="9122229" y="5758543"/>
            <a:ext cx="2677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 ExtraLight" panose="020B0204020104020204" pitchFamily="34" charset="0"/>
              </a:rPr>
              <a:t>Presented By: Jibin K B</a:t>
            </a:r>
          </a:p>
          <a:p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 ExtraLight" panose="020B0204020104020204" pitchFamily="34" charset="0"/>
              </a:rPr>
              <a:t> December 2025</a:t>
            </a:r>
          </a:p>
        </p:txBody>
      </p:sp>
    </p:spTree>
    <p:extLst>
      <p:ext uri="{BB962C8B-B14F-4D97-AF65-F5344CB8AC3E}">
        <p14:creationId xmlns:p14="http://schemas.microsoft.com/office/powerpoint/2010/main" val="656549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7FF50-8B0A-1F68-3B9D-27D094F99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 ExtraLight" panose="020B0204020104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3DB70-39B9-FF5E-E409-AA832F65E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Mental health challenges are becoming increasingly common, especially among young people worldwide.</a:t>
            </a:r>
            <a:b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</a:b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At the same time, social media and digital devices have become an unavoidable part of daily life, influencing emotions, habits, and lifestyle.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2354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02A0-241B-29B1-BC2B-96D2B37CB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12FF3-87C8-9B38-57B8-00EF0786D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 ExtraLight" panose="020B0204020104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731D0-4A63-1976-72FE-2474B9F53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This project investigates the </a:t>
            </a: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relationship between screen time and mental well-being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, using data visualization to uncover how sleep, stress, happiness, and daily habits are impacted by prolonged device use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  <a:latin typeface="Abadi" panose="020B0604020104020204" pitchFamily="34" charset="0"/>
            </a:endParaRPr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The aim is to transform raw survey data into </a:t>
            </a: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meaningful insights that support healthy digital </a:t>
            </a:r>
            <a:r>
              <a:rPr lang="en-GB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behavior</a:t>
            </a: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.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287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D1E07-89A8-BF1A-382E-3E34FC62F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 ExtraLight" panose="020B0204020104020204" pitchFamily="34" charset="0"/>
              </a:rPr>
              <a:t>Objectives of the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8FFF6-1B43-8772-2B8C-E873E5CBC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04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This study focuses on:</a:t>
            </a:r>
          </a:p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Identifying patterns between screen time and mental well-being</a:t>
            </a:r>
            <a:b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</a:b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— Sleep quality, stress levels, happiness &amp; productivity</a:t>
            </a:r>
          </a:p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IN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Analyzing</a:t>
            </a: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variations across age groups</a:t>
            </a:r>
            <a:b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</a:b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— Understanding which groups are most affected</a:t>
            </a:r>
          </a:p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Measuring lifestyle changes linked to mobile usage</a:t>
            </a:r>
            <a:b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</a:b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— Exercise frequency, social interaction &amp; sleep routine</a:t>
            </a:r>
          </a:p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Presenting findings through an interactive dashboard</a:t>
            </a:r>
            <a:b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</a:b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— Designed using Excel (Pivot Tables, Slicers &amp; Charts)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4765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1B603-B7CE-E321-AA8A-31279E4BC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 ExtraLight" panose="020B0204020104020204" pitchFamily="34" charset="0"/>
              </a:rPr>
              <a:t>Dataset Details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54496B-5CDF-F1F9-B4BE-17E22F22A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 descr="A red and white grid with black lines&#10;&#10;AI-generated content may be incorrect.">
            <a:extLst>
              <a:ext uri="{FF2B5EF4-FFF2-40B4-BE49-F238E27FC236}">
                <a16:creationId xmlns:a16="http://schemas.microsoft.com/office/drawing/2014/main" id="{233D67E6-D216-921A-390A-3091E3E43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1480457"/>
            <a:ext cx="11854543" cy="501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595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181C6-9ECD-902B-E6DC-E5474857C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89D43-2D7B-85C8-4975-1AD6E9ADC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 ExtraLight" panose="020B0204020104020204" pitchFamily="34" charset="0"/>
              </a:rPr>
              <a:t>Dataset</a:t>
            </a:r>
            <a:r>
              <a:rPr lang="en-IN" dirty="0">
                <a:latin typeface="Abadi ExtraLight" panose="020B0204020104020204" pitchFamily="34" charset="0"/>
              </a:rPr>
              <a:t> </a:t>
            </a: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 ExtraLight" panose="020B0204020104020204" pitchFamily="34" charset="0"/>
              </a:rPr>
              <a:t>Details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EC510-C13F-9B6A-67AE-970CC7BD3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This dataset captures the delicate relationship between social media habits and mental well-being.</a:t>
            </a:r>
          </a:p>
          <a:p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It combines variables such as screen time, stress level, sleep quality, digital detox days, and happiness index</a:t>
            </a:r>
            <a:r>
              <a:rPr lang="en-GB" dirty="0">
                <a:latin typeface="Abadi" panose="020B0604020104020204" pitchFamily="34" charset="0"/>
              </a:rPr>
              <a:t>.</a:t>
            </a:r>
            <a:endParaRPr lang="en-IN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952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40530-6CB6-2336-BC40-CB2813B2E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 ExtraLight" panose="020B0204020104020204" pitchFamily="34" charset="0"/>
              </a:rPr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7476D-24A1-3320-DABC-EBB352262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68000" cy="4351338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Created </a:t>
            </a: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Age Group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buckets (18–25, 26–35, 36–45,46+)</a:t>
            </a:r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Added </a:t>
            </a: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Screen Time Category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based on daily hours (Low / Medium / High)</a:t>
            </a:r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Added </a:t>
            </a: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Stress Category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based on reported stress levels</a:t>
            </a:r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Added </a:t>
            </a: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Happiness Category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derived from Happiness Index</a:t>
            </a:r>
          </a:p>
          <a:p>
            <a:endParaRPr lang="en-IN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220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79A40-A6CE-412A-F6CC-A63A57D0E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78B17-10A6-483F-CF32-9AC0A6EDB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 ExtraLight" panose="020B0204020104020204" pitchFamily="34" charset="0"/>
              </a:rPr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A9EFD-0675-F649-A3A3-FE94E38FE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3134"/>
            <a:ext cx="10668000" cy="4513829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IN" dirty="0"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7F7C78-4571-C810-F3D4-56F5EE624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19" y="1825624"/>
            <a:ext cx="11240181" cy="10699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4DAF3B-433A-1686-6C17-91F62D77599D}"/>
              </a:ext>
            </a:extLst>
          </p:cNvPr>
          <p:cNvSpPr txBox="1"/>
          <p:nvPr/>
        </p:nvSpPr>
        <p:spPr>
          <a:xfrm>
            <a:off x="222476" y="2988697"/>
            <a:ext cx="5601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Column names in the original dataset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EC9ED-2779-BEB4-5900-624DC7FAF1CF}"/>
              </a:ext>
            </a:extLst>
          </p:cNvPr>
          <p:cNvSpPr txBox="1"/>
          <p:nvPr/>
        </p:nvSpPr>
        <p:spPr>
          <a:xfrm>
            <a:off x="342219" y="5194866"/>
            <a:ext cx="5503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New calculated columns</a:t>
            </a:r>
          </a:p>
          <a:p>
            <a:endParaRPr lang="en-IN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686402-B7B1-BD8C-1D01-0B65EFDAF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76" y="3766457"/>
            <a:ext cx="7767638" cy="124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077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E09BE-8B19-0E77-ABF2-83E7DE8C9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 ExtraLight" panose="020B0204020104020204" pitchFamily="34" charset="0"/>
              </a:rPr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262D6-FF94-BD9C-0419-7A0B7F9D0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Primary Tool: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  <a:latin typeface="Abadi" panose="020B0604020104020204" pitchFamily="34" charset="0"/>
            </a:endParaRPr>
          </a:p>
          <a:p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Microsoft Excel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      Features Utilized: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  <a:latin typeface="Abadi" panose="020B0604020104020204" pitchFamily="34" charset="0"/>
            </a:endParaRPr>
          </a:p>
          <a:p>
            <a:pPr marL="571500" indent="-571500">
              <a:buFont typeface="+mj-lt"/>
              <a:buAutoNum type="romanLcPeriod"/>
            </a:pP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Pivot Tables</a:t>
            </a: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— for summarizing metrics (screen time, stress,    sleep etc.)</a:t>
            </a:r>
          </a:p>
          <a:p>
            <a:pPr marL="571500" indent="-571500">
              <a:buFont typeface="+mj-lt"/>
              <a:buAutoNum type="romanLcPeriod"/>
            </a:pP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Slicers</a:t>
            </a: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— for interactive filtering by age group, gender &amp; wellness category</a:t>
            </a:r>
          </a:p>
          <a:p>
            <a:pPr marL="571500" indent="-571500">
              <a:buFont typeface="+mj-lt"/>
              <a:buAutoNum type="romanLcPeriod"/>
            </a:pP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Charts &amp; Visualizations</a:t>
            </a: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— bar chart, line chart, pie chart to display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0285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41AF5-C742-E21C-C272-598FDBC98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 ExtraLight" panose="020B0204020104020204" pitchFamily="34" charset="0"/>
              </a:rPr>
              <a:t>Dashboard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B49C0-B95A-235C-DBC5-09EC55B5C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EE71AADA-3CEC-5A68-5A90-026885AF3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6" y="534985"/>
            <a:ext cx="12104914" cy="578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394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C9C89-222A-D1F5-C0E9-59B238F48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 ExtraLight" panose="020B0204020104020204" pitchFamily="34" charset="0"/>
              </a:rPr>
              <a:t>Insights &amp;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F5D0-7A1F-742C-04E5-9A3F0C206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Most users belong to Medium and High screen-time groups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, indicating that digital consumption is a major part of the daily routine for the majority of respondents</a:t>
            </a:r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Stress levels rise with screen exposure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— Medium and High stress categories dominate among users who spend longer hours on screens</a:t>
            </a:r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Happiness levels are mixed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, suggesting that social media contributes both positively and negatively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2156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F25A0-4E37-BDDB-DC17-F912A92C0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2700-9D9D-192A-4AB7-7D119ED11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 ExtraLight" panose="020B0204020104020204" pitchFamily="34" charset="0"/>
              </a:rPr>
              <a:t>Insights &amp;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00854-F308-336E-8C75-F5D13B01F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 </a:t>
            </a: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YouTube, Instagram &amp; TikTok are the most consumed platforms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, which correlate with higher screen time compared to professional platforms like LinkedIn.</a:t>
            </a:r>
          </a:p>
          <a:p>
            <a:pPr>
              <a:lnSpc>
                <a:spcPct val="110000"/>
              </a:lnSpc>
            </a:pP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Higher screen time negatively impacts sleep quality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— users in the High screen-time category report the poorest sleep ratings.</a:t>
            </a:r>
          </a:p>
          <a:p>
            <a:pPr>
              <a:lnSpc>
                <a:spcPct val="110000"/>
              </a:lnSpc>
            </a:pP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Physical activity decreases as screen time increases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, implying reduced exercise frequency due to extended device usage.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430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59A36-D7FE-D029-F80F-AEFEF1BBB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 ExtraLight" panose="020B0204020104020204" pitchFamily="34" charset="0"/>
              </a:rPr>
              <a:t>Conclusions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78FA1-7136-59FA-FD97-7FE786878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Conclusions</a:t>
            </a:r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Screen time has a </a:t>
            </a: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strong influence on mental well-being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— users with higher screen time show higher stress and lower sleep quality</a:t>
            </a:r>
          </a:p>
          <a:p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Productivity and physical activity decrease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as screen hours increase, affecting overall lifestyle balance</a:t>
            </a:r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Social media platforms that promote continuous scrolling (YouTube, Instagram, TikTok) are linked to </a:t>
            </a: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longer usage durations</a:t>
            </a:r>
            <a:endParaRPr lang="en-GB" dirty="0">
              <a:solidFill>
                <a:schemeClr val="tx2">
                  <a:lumMod val="75000"/>
                  <a:lumOff val="25000"/>
                </a:schemeClr>
              </a:solidFill>
              <a:latin typeface="Abadi" panose="020B0604020104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7950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639C3-E3B8-2163-0F50-590B70E7B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6FE64-452A-8B9C-DEA1-36F3A8371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 ExtraLight" panose="020B0204020104020204" pitchFamily="34" charset="0"/>
              </a:rPr>
              <a:t>Conclusions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696AF-55B2-E17C-A7AD-749DD5772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Recommendations</a:t>
            </a:r>
          </a:p>
          <a:p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Limit daily screen time to under 4 hours</a:t>
            </a: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to maintain healthy stress and sleep levels</a:t>
            </a:r>
          </a:p>
          <a:p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Follow digital detox habits</a:t>
            </a: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, especially before bedtime, to improve sleep quality</a:t>
            </a:r>
          </a:p>
          <a:p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Encourage offline physical activities</a:t>
            </a: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— sports, outdoor breaks, and social interaction to balance digital habits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8707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267DD-0DD0-3C64-92F8-50CFAAAAC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4093C-11FE-B354-C533-B999D382A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07486" cy="4351338"/>
          </a:xfrm>
        </p:spPr>
        <p:txBody>
          <a:bodyPr/>
          <a:lstStyle/>
          <a:p>
            <a:r>
              <a:rPr lang="en-IN" dirty="0"/>
              <a:t>P. Rajak, </a:t>
            </a:r>
            <a:r>
              <a:rPr lang="en-IN" i="1" dirty="0"/>
              <a:t>“Mental Health &amp; Social Media Balance Dataset,”</a:t>
            </a:r>
            <a:r>
              <a:rPr lang="en-IN" dirty="0"/>
              <a:t> Kaggle,. [Online]. </a:t>
            </a:r>
            <a:r>
              <a:rPr lang="en-IN" dirty="0" err="1"/>
              <a:t>Available:</a:t>
            </a:r>
            <a:r>
              <a:rPr lang="en-IN" dirty="0" err="1">
                <a:hlinkClick r:id="rId2"/>
              </a:rPr>
              <a:t>Dataset</a:t>
            </a:r>
            <a:r>
              <a:rPr lang="en-IN" dirty="0">
                <a:hlinkClick r:id="rId2"/>
              </a:rPr>
              <a:t> source</a:t>
            </a:r>
            <a:endParaRPr lang="en-IN" dirty="0"/>
          </a:p>
          <a:p>
            <a:r>
              <a:rPr lang="en-IN" dirty="0"/>
              <a:t>Accessed: Dec. 4, 2025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7825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Words>622</Words>
  <Application>Microsoft Office PowerPoint</Application>
  <PresentationFormat>Widescreen</PresentationFormat>
  <Paragraphs>57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Abadi</vt:lpstr>
      <vt:lpstr>Abadi ExtraLight</vt:lpstr>
      <vt:lpstr>Aptos</vt:lpstr>
      <vt:lpstr>Aptos Display</vt:lpstr>
      <vt:lpstr>Arial</vt:lpstr>
      <vt:lpstr>Office Theme</vt:lpstr>
      <vt:lpstr>Social Media &amp; Mental Health Dashboard</vt:lpstr>
      <vt:lpstr>Introduction</vt:lpstr>
      <vt:lpstr>Introduction</vt:lpstr>
      <vt:lpstr>Objectives of the Study</vt:lpstr>
      <vt:lpstr>Dataset Details</vt:lpstr>
      <vt:lpstr>Dataset Details</vt:lpstr>
      <vt:lpstr>Data Preparation</vt:lpstr>
      <vt:lpstr>Data Preparation</vt:lpstr>
      <vt:lpstr>Tools Used</vt:lpstr>
      <vt:lpstr>Dashboard Overview</vt:lpstr>
      <vt:lpstr>Insights &amp; Highlights</vt:lpstr>
      <vt:lpstr>Insights &amp; Highlights</vt:lpstr>
      <vt:lpstr>Conclusions &amp; Recommendations</vt:lpstr>
      <vt:lpstr>Conclusions &amp; Recommendations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Jibin K.B</dc:creator>
  <cp:lastModifiedBy>Jibin K.B</cp:lastModifiedBy>
  <cp:revision>2</cp:revision>
  <dcterms:created xsi:type="dcterms:W3CDTF">2025-12-07T15:36:23Z</dcterms:created>
  <dcterms:modified xsi:type="dcterms:W3CDTF">2025-12-08T05:16:47Z</dcterms:modified>
</cp:coreProperties>
</file>